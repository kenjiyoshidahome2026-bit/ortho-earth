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onecamera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59783" y="907034"/>
            <a:ext cx="3472434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6F83AB"/>
                </a:solidFill>
                <a:latin typeface="Helvetica Neue"/>
              </a:rPr>
              <a:t>— what you just saw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7348" y="1283208"/>
            <a:ext cx="9417304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EEF3FB"/>
                </a:solidFill>
                <a:latin typeface="Helvetica Neue"/>
              </a:rPr>
              <a:t>One Matrix / One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300" y="2773680"/>
            <a:ext cx="787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EF3FB"/>
                </a:solidFill>
                <a:latin typeface="Menlo"/>
              </a:rPr>
              <a:t>z −17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1160" y="2773680"/>
            <a:ext cx="508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EF3FB"/>
                </a:solidFill>
                <a:latin typeface="Menlo"/>
              </a:rPr>
              <a:t>z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0" y="2773680"/>
            <a:ext cx="508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EF3FB"/>
                </a:solidFill>
                <a:latin typeface="Menlo"/>
              </a:rPr>
              <a:t>z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4300" y="2773680"/>
            <a:ext cx="787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EEF3FB"/>
                </a:solidFill>
                <a:latin typeface="Menlo"/>
              </a:rPr>
              <a:t>z +20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44" y="3636772"/>
            <a:ext cx="226771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8FA3C8"/>
                </a:solidFill>
                <a:latin typeface="Helvetica Neue"/>
              </a:rPr>
              <a:t>the solar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7366" y="3636772"/>
            <a:ext cx="127558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8FA3C8"/>
                </a:solidFill>
                <a:latin typeface="Helvetica Neue"/>
              </a:rPr>
              <a:t>the globe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2920" y="3636772"/>
            <a:ext cx="70866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8FA3C8"/>
                </a:solidFill>
                <a:latin typeface="Helvetica Neue"/>
              </a:rPr>
              <a:t>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5010" y="3636772"/>
            <a:ext cx="212598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8FA3C8"/>
                </a:solidFill>
                <a:latin typeface="Helvetica Neue"/>
              </a:rPr>
              <a:t>a street corner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1440" y="4251960"/>
            <a:ext cx="692912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EEF3FB"/>
                </a:solidFill>
                <a:latin typeface="Menlo"/>
              </a:rPr>
              <a:t>2³⁷ = ×137,438,953,472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002" y="4958588"/>
            <a:ext cx="9873996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8FA3C8"/>
                </a:solidFill>
                <a:latin typeface="Helvetica Neue"/>
              </a:rPr>
              <a:t>37 doublings · flat map ⇄ 3D — no seams, no discontinuity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79" y="5770880"/>
            <a:ext cx="1149604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8FA3C8"/>
                </a:solidFill>
                <a:latin typeface="Helvetica Neue"/>
              </a:rPr>
              <a:t>WebGPU sphere · WASM decoders · OPFS cache — nothing outside your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2140" y="6468110"/>
            <a:ext cx="70866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6F83AB"/>
                </a:solidFill>
                <a:latin typeface="Helvetica Neue"/>
              </a:rPr>
              <a:t>©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4790" y="6468110"/>
            <a:ext cx="129921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6F83AB"/>
                </a:solidFill>
                <a:latin typeface="Helvetica Neue"/>
              </a:rPr>
              <a:t>Ortho Earth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sdk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16479" y="1666239"/>
            <a:ext cx="755904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EEF3FB"/>
                </a:solidFill>
                <a:latin typeface="Helvetica Neue"/>
              </a:rPr>
              <a:t>Why Japan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4432" y="2929128"/>
            <a:ext cx="6803135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8FA3C8"/>
                </a:solidFill>
                <a:latin typeface="Helvetica Neue"/>
              </a:rPr>
              <a:t>The data was already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7400" y="4246372"/>
            <a:ext cx="4572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6F83AB"/>
                </a:solidFill>
                <a:latin typeface="Helvetica Neue"/>
              </a:rPr>
              <a:t>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0336" y="4858512"/>
            <a:ext cx="5291328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EEF3FB"/>
                </a:solidFill>
                <a:latin typeface="Menlo"/>
              </a:rPr>
              <a:t>npm i @ortho-earth/japan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6080" y="5592064"/>
            <a:ext cx="125984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F83AB"/>
                </a:solidFill>
                <a:latin typeface="Menlo"/>
              </a:rPr>
              <a:t>2026.08.24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2140" y="6341110"/>
            <a:ext cx="70866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6F83AB"/>
                </a:solidFill>
                <a:latin typeface="Helvetica Neue"/>
              </a:rPr>
              <a:t>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4790" y="6341110"/>
            <a:ext cx="129921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6F83AB"/>
                </a:solidFill>
                <a:latin typeface="Helvetica Neue"/>
              </a:rPr>
              <a:t>Ortho Earth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qr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18844" y="722376"/>
            <a:ext cx="9354312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EEF3FB"/>
                </a:solidFill>
                <a:latin typeface="Helvetica Neue"/>
              </a:rPr>
              <a:t>Open it on your phone —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6106" y="6266434"/>
            <a:ext cx="3637788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100" b="0">
                <a:solidFill>
                  <a:srgbClr val="8FA3C8"/>
                </a:solidFill>
                <a:latin typeface="Menlo"/>
              </a:rPr>
              <a:t>ortho-earth.com/japan/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0" y="2659634"/>
            <a:ext cx="297637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EEF3FB"/>
                </a:solidFill>
                <a:latin typeface="Helvetica Neue"/>
              </a:rPr>
              <a:t>it’s the live map,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0" y="3015234"/>
            <a:ext cx="1818894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EEF3FB"/>
                </a:solidFill>
                <a:latin typeface="Helvetica Neue"/>
              </a:rPr>
              <a:t>not a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0" y="4666234"/>
            <a:ext cx="214960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EEF3FB"/>
                </a:solidFill>
                <a:latin typeface="Helvetica Neue"/>
              </a:rPr>
              <a:t>tap ▶ for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0" y="5021834"/>
            <a:ext cx="2149602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EEF3FB"/>
                </a:solidFill>
                <a:latin typeface="Helvetica Neue"/>
              </a:rPr>
              <a:t>3-minute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5782310"/>
            <a:ext cx="248031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F83AB"/>
                </a:solidFill>
                <a:latin typeface="Helvetica Neue"/>
              </a:rPr>
              <a:t>Tokyo stays cached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0" y="6036310"/>
            <a:ext cx="342519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F83AB"/>
                </a:solidFill>
                <a:latin typeface="Helvetica Neue"/>
              </a:rPr>
              <a:t>your device — revisit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2140" y="6341110"/>
            <a:ext cx="70866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6F83AB"/>
                </a:solidFill>
                <a:latin typeface="Helvetica Neue"/>
              </a:rPr>
              <a:t>©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4790" y="6341110"/>
            <a:ext cx="129921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6F83AB"/>
                </a:solidFill>
                <a:latin typeface="Helvetica Neue"/>
              </a:rPr>
              <a:t>Ortho Earth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